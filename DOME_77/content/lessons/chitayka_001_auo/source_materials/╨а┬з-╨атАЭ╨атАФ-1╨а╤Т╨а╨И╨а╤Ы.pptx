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26517600" cx="1920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352">
          <p15:clr>
            <a:srgbClr val="747775"/>
          </p15:clr>
        </p15:guide>
        <p15:guide id="2" pos="60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352" orient="horz"/>
        <p:guide pos="60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87788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87788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816d6a315_0_5:notes"/>
          <p:cNvSpPr/>
          <p:nvPr>
            <p:ph idx="2" type="sldImg"/>
          </p:nvPr>
        </p:nvSpPr>
        <p:spPr>
          <a:xfrm>
            <a:off x="2187766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816d6a31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02c5d4f22_0_0:notes"/>
          <p:cNvSpPr/>
          <p:nvPr>
            <p:ph idx="2" type="sldImg"/>
          </p:nvPr>
        </p:nvSpPr>
        <p:spPr>
          <a:xfrm>
            <a:off x="2187788" y="685800"/>
            <a:ext cx="2483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02c5d4f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54588" y="3838698"/>
            <a:ext cx="17893200" cy="10582200"/>
          </a:xfrm>
          <a:prstGeom prst="rect">
            <a:avLst/>
          </a:prstGeom>
        </p:spPr>
        <p:txBody>
          <a:bodyPr anchorCtr="0" anchor="b" bIns="285100" lIns="285100" spcFirstLastPara="1" rIns="285100" wrap="square" tIns="285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216"/>
              <a:buNone/>
              <a:defRPr sz="16216"/>
            </a:lvl1pPr>
            <a:lvl2pPr lvl="1" algn="ctr">
              <a:spcBef>
                <a:spcPts val="0"/>
              </a:spcBef>
              <a:spcAft>
                <a:spcPts val="0"/>
              </a:spcAft>
              <a:buSzPts val="16216"/>
              <a:buNone/>
              <a:defRPr sz="16216"/>
            </a:lvl2pPr>
            <a:lvl3pPr lvl="2" algn="ctr">
              <a:spcBef>
                <a:spcPts val="0"/>
              </a:spcBef>
              <a:spcAft>
                <a:spcPts val="0"/>
              </a:spcAft>
              <a:buSzPts val="16216"/>
              <a:buNone/>
              <a:defRPr sz="16216"/>
            </a:lvl3pPr>
            <a:lvl4pPr lvl="3" algn="ctr">
              <a:spcBef>
                <a:spcPts val="0"/>
              </a:spcBef>
              <a:spcAft>
                <a:spcPts val="0"/>
              </a:spcAft>
              <a:buSzPts val="16216"/>
              <a:buNone/>
              <a:defRPr sz="16216"/>
            </a:lvl4pPr>
            <a:lvl5pPr lvl="4" algn="ctr">
              <a:spcBef>
                <a:spcPts val="0"/>
              </a:spcBef>
              <a:spcAft>
                <a:spcPts val="0"/>
              </a:spcAft>
              <a:buSzPts val="16216"/>
              <a:buNone/>
              <a:defRPr sz="16216"/>
            </a:lvl5pPr>
            <a:lvl6pPr lvl="5" algn="ctr">
              <a:spcBef>
                <a:spcPts val="0"/>
              </a:spcBef>
              <a:spcAft>
                <a:spcPts val="0"/>
              </a:spcAft>
              <a:buSzPts val="16216"/>
              <a:buNone/>
              <a:defRPr sz="16216"/>
            </a:lvl6pPr>
            <a:lvl7pPr lvl="6" algn="ctr">
              <a:spcBef>
                <a:spcPts val="0"/>
              </a:spcBef>
              <a:spcAft>
                <a:spcPts val="0"/>
              </a:spcAft>
              <a:buSzPts val="16216"/>
              <a:buNone/>
              <a:defRPr sz="16216"/>
            </a:lvl7pPr>
            <a:lvl8pPr lvl="7" algn="ctr">
              <a:spcBef>
                <a:spcPts val="0"/>
              </a:spcBef>
              <a:spcAft>
                <a:spcPts val="0"/>
              </a:spcAft>
              <a:buSzPts val="16216"/>
              <a:buNone/>
              <a:defRPr sz="16216"/>
            </a:lvl8pPr>
            <a:lvl9pPr lvl="8" algn="ctr">
              <a:spcBef>
                <a:spcPts val="0"/>
              </a:spcBef>
              <a:spcAft>
                <a:spcPts val="0"/>
              </a:spcAft>
              <a:buSzPts val="16216"/>
              <a:buNone/>
              <a:defRPr sz="16216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54570" y="14611489"/>
            <a:ext cx="17893200" cy="40863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7792161" y="24041473"/>
            <a:ext cx="1152300" cy="20292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>
              <a:buNone/>
              <a:defRPr sz="3118"/>
            </a:lvl1pPr>
            <a:lvl2pPr lvl="1">
              <a:buNone/>
              <a:defRPr sz="3118"/>
            </a:lvl2pPr>
            <a:lvl3pPr lvl="2">
              <a:buNone/>
              <a:defRPr sz="3118"/>
            </a:lvl3pPr>
            <a:lvl4pPr lvl="3">
              <a:buNone/>
              <a:defRPr sz="3118"/>
            </a:lvl4pPr>
            <a:lvl5pPr lvl="4">
              <a:buNone/>
              <a:defRPr sz="3118"/>
            </a:lvl5pPr>
            <a:lvl6pPr lvl="5">
              <a:buNone/>
              <a:defRPr sz="3118"/>
            </a:lvl6pPr>
            <a:lvl7pPr lvl="6">
              <a:buNone/>
              <a:defRPr sz="3118"/>
            </a:lvl7pPr>
            <a:lvl8pPr lvl="7">
              <a:buNone/>
              <a:defRPr sz="3118"/>
            </a:lvl8pPr>
            <a:lvl9pPr lvl="8">
              <a:buNone/>
              <a:defRPr sz="311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54570" y="11088827"/>
            <a:ext cx="17893200" cy="43398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227"/>
              <a:buNone/>
              <a:defRPr sz="11226"/>
            </a:lvl1pPr>
            <a:lvl2pPr lvl="1" algn="ctr">
              <a:spcBef>
                <a:spcPts val="0"/>
              </a:spcBef>
              <a:spcAft>
                <a:spcPts val="0"/>
              </a:spcAft>
              <a:buSzPts val="11227"/>
              <a:buNone/>
              <a:defRPr sz="11226"/>
            </a:lvl2pPr>
            <a:lvl3pPr lvl="2" algn="ctr">
              <a:spcBef>
                <a:spcPts val="0"/>
              </a:spcBef>
              <a:spcAft>
                <a:spcPts val="0"/>
              </a:spcAft>
              <a:buSzPts val="11227"/>
              <a:buNone/>
              <a:defRPr sz="11226"/>
            </a:lvl3pPr>
            <a:lvl4pPr lvl="3" algn="ctr">
              <a:spcBef>
                <a:spcPts val="0"/>
              </a:spcBef>
              <a:spcAft>
                <a:spcPts val="0"/>
              </a:spcAft>
              <a:buSzPts val="11227"/>
              <a:buNone/>
              <a:defRPr sz="11226"/>
            </a:lvl4pPr>
            <a:lvl5pPr lvl="4" algn="ctr">
              <a:spcBef>
                <a:spcPts val="0"/>
              </a:spcBef>
              <a:spcAft>
                <a:spcPts val="0"/>
              </a:spcAft>
              <a:buSzPts val="11227"/>
              <a:buNone/>
              <a:defRPr sz="11226"/>
            </a:lvl5pPr>
            <a:lvl6pPr lvl="5" algn="ctr">
              <a:spcBef>
                <a:spcPts val="0"/>
              </a:spcBef>
              <a:spcAft>
                <a:spcPts val="0"/>
              </a:spcAft>
              <a:buSzPts val="11227"/>
              <a:buNone/>
              <a:defRPr sz="11226"/>
            </a:lvl6pPr>
            <a:lvl7pPr lvl="6" algn="ctr">
              <a:spcBef>
                <a:spcPts val="0"/>
              </a:spcBef>
              <a:spcAft>
                <a:spcPts val="0"/>
              </a:spcAft>
              <a:buSzPts val="11227"/>
              <a:buNone/>
              <a:defRPr sz="11226"/>
            </a:lvl7pPr>
            <a:lvl8pPr lvl="7" algn="ctr">
              <a:spcBef>
                <a:spcPts val="0"/>
              </a:spcBef>
              <a:spcAft>
                <a:spcPts val="0"/>
              </a:spcAft>
              <a:buSzPts val="11227"/>
              <a:buNone/>
              <a:defRPr sz="11226"/>
            </a:lvl8pPr>
            <a:lvl9pPr lvl="8" algn="ctr">
              <a:spcBef>
                <a:spcPts val="0"/>
              </a:spcBef>
              <a:spcAft>
                <a:spcPts val="0"/>
              </a:spcAft>
              <a:buSzPts val="11227"/>
              <a:buNone/>
              <a:defRPr sz="11226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7792161" y="24041473"/>
            <a:ext cx="1152300" cy="20292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>
              <a:buNone/>
              <a:defRPr sz="3118"/>
            </a:lvl1pPr>
            <a:lvl2pPr lvl="1">
              <a:buNone/>
              <a:defRPr sz="3118"/>
            </a:lvl2pPr>
            <a:lvl3pPr lvl="2">
              <a:buNone/>
              <a:defRPr sz="3118"/>
            </a:lvl3pPr>
            <a:lvl4pPr lvl="3">
              <a:buNone/>
              <a:defRPr sz="3118"/>
            </a:lvl4pPr>
            <a:lvl5pPr lvl="4">
              <a:buNone/>
              <a:defRPr sz="3118"/>
            </a:lvl5pPr>
            <a:lvl6pPr lvl="5">
              <a:buNone/>
              <a:defRPr sz="3118"/>
            </a:lvl6pPr>
            <a:lvl7pPr lvl="6">
              <a:buNone/>
              <a:defRPr sz="3118"/>
            </a:lvl7pPr>
            <a:lvl8pPr lvl="7">
              <a:buNone/>
              <a:defRPr sz="3118"/>
            </a:lvl8pPr>
            <a:lvl9pPr lvl="8">
              <a:buNone/>
              <a:defRPr sz="311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54570" y="2294351"/>
            <a:ext cx="17893200" cy="29526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1pPr>
            <a:lvl2pPr lvl="1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2pPr>
            <a:lvl3pPr lvl="2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3pPr>
            <a:lvl4pPr lvl="3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4pPr>
            <a:lvl5pPr lvl="4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5pPr>
            <a:lvl6pPr lvl="5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6pPr>
            <a:lvl7pPr lvl="6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7pPr>
            <a:lvl8pPr lvl="7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8pPr>
            <a:lvl9pPr lvl="8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54570" y="5941649"/>
            <a:ext cx="17893200" cy="176133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>
            <a:lvl1pPr indent="-585046" lvl="0" marL="457200">
              <a:spcBef>
                <a:spcPts val="0"/>
              </a:spcBef>
              <a:spcAft>
                <a:spcPts val="0"/>
              </a:spcAft>
              <a:buSzPts val="5613"/>
              <a:buChar char="●"/>
              <a:defRPr sz="5613"/>
            </a:lvl1pPr>
            <a:lvl2pPr indent="-505836" lvl="1" marL="914400">
              <a:spcBef>
                <a:spcPts val="0"/>
              </a:spcBef>
              <a:spcAft>
                <a:spcPts val="0"/>
              </a:spcAft>
              <a:buSzPts val="4366"/>
              <a:buChar char="○"/>
              <a:defRPr sz="4365"/>
            </a:lvl2pPr>
            <a:lvl3pPr indent="-505836" lvl="2" marL="1371600">
              <a:spcBef>
                <a:spcPts val="0"/>
              </a:spcBef>
              <a:spcAft>
                <a:spcPts val="0"/>
              </a:spcAft>
              <a:buSzPts val="4366"/>
              <a:buChar char="■"/>
              <a:defRPr sz="4365"/>
            </a:lvl3pPr>
            <a:lvl4pPr indent="-505836" lvl="3" marL="1828800">
              <a:spcBef>
                <a:spcPts val="0"/>
              </a:spcBef>
              <a:spcAft>
                <a:spcPts val="0"/>
              </a:spcAft>
              <a:buSzPts val="4366"/>
              <a:buChar char="●"/>
              <a:defRPr sz="4365"/>
            </a:lvl4pPr>
            <a:lvl5pPr indent="-505836" lvl="4" marL="2286000">
              <a:spcBef>
                <a:spcPts val="0"/>
              </a:spcBef>
              <a:spcAft>
                <a:spcPts val="0"/>
              </a:spcAft>
              <a:buSzPts val="4366"/>
              <a:buChar char="○"/>
              <a:defRPr sz="4365"/>
            </a:lvl5pPr>
            <a:lvl6pPr indent="-505836" lvl="5" marL="2743200">
              <a:spcBef>
                <a:spcPts val="0"/>
              </a:spcBef>
              <a:spcAft>
                <a:spcPts val="0"/>
              </a:spcAft>
              <a:buSzPts val="4366"/>
              <a:buChar char="■"/>
              <a:defRPr sz="4365"/>
            </a:lvl6pPr>
            <a:lvl7pPr indent="-505836" lvl="6" marL="3200400">
              <a:spcBef>
                <a:spcPts val="0"/>
              </a:spcBef>
              <a:spcAft>
                <a:spcPts val="0"/>
              </a:spcAft>
              <a:buSzPts val="4366"/>
              <a:buChar char="●"/>
              <a:defRPr sz="4365"/>
            </a:lvl7pPr>
            <a:lvl8pPr indent="-505836" lvl="7" marL="3657600">
              <a:spcBef>
                <a:spcPts val="0"/>
              </a:spcBef>
              <a:spcAft>
                <a:spcPts val="0"/>
              </a:spcAft>
              <a:buSzPts val="4366"/>
              <a:buChar char="○"/>
              <a:defRPr sz="4365"/>
            </a:lvl8pPr>
            <a:lvl9pPr indent="-505836" lvl="8" marL="4114800">
              <a:spcBef>
                <a:spcPts val="0"/>
              </a:spcBef>
              <a:spcAft>
                <a:spcPts val="0"/>
              </a:spcAft>
              <a:buSzPts val="4366"/>
              <a:buChar char="■"/>
              <a:defRPr sz="4365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7792161" y="24041473"/>
            <a:ext cx="1152300" cy="20292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>
              <a:buNone/>
              <a:defRPr sz="3118"/>
            </a:lvl1pPr>
            <a:lvl2pPr lvl="1">
              <a:buNone/>
              <a:defRPr sz="3118"/>
            </a:lvl2pPr>
            <a:lvl3pPr lvl="2">
              <a:buNone/>
              <a:defRPr sz="3118"/>
            </a:lvl3pPr>
            <a:lvl4pPr lvl="3">
              <a:buNone/>
              <a:defRPr sz="3118"/>
            </a:lvl4pPr>
            <a:lvl5pPr lvl="4">
              <a:buNone/>
              <a:defRPr sz="3118"/>
            </a:lvl5pPr>
            <a:lvl6pPr lvl="5">
              <a:buNone/>
              <a:defRPr sz="3118"/>
            </a:lvl6pPr>
            <a:lvl7pPr lvl="6">
              <a:buNone/>
              <a:defRPr sz="3118"/>
            </a:lvl7pPr>
            <a:lvl8pPr lvl="7">
              <a:buNone/>
              <a:defRPr sz="3118"/>
            </a:lvl8pPr>
            <a:lvl9pPr lvl="8">
              <a:buNone/>
              <a:defRPr sz="311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54570" y="2294351"/>
            <a:ext cx="17893200" cy="29526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1pPr>
            <a:lvl2pPr lvl="1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2pPr>
            <a:lvl3pPr lvl="2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3pPr>
            <a:lvl4pPr lvl="3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4pPr>
            <a:lvl5pPr lvl="4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5pPr>
            <a:lvl6pPr lvl="5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6pPr>
            <a:lvl7pPr lvl="6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7pPr>
            <a:lvl8pPr lvl="7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8pPr>
            <a:lvl9pPr lvl="8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54570" y="5941649"/>
            <a:ext cx="8399700" cy="176133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>
            <a:lvl1pPr indent="-505836" lvl="0" marL="457200">
              <a:spcBef>
                <a:spcPts val="0"/>
              </a:spcBef>
              <a:spcAft>
                <a:spcPts val="0"/>
              </a:spcAft>
              <a:buSzPts val="4366"/>
              <a:buChar char="●"/>
              <a:defRPr sz="4365"/>
            </a:lvl1pPr>
            <a:lvl2pPr indent="-466230" lvl="1" marL="914400">
              <a:spcBef>
                <a:spcPts val="0"/>
              </a:spcBef>
              <a:spcAft>
                <a:spcPts val="0"/>
              </a:spcAft>
              <a:buSzPts val="3742"/>
              <a:buChar char="○"/>
              <a:defRPr sz="3742"/>
            </a:lvl2pPr>
            <a:lvl3pPr indent="-466230" lvl="2" marL="1371600">
              <a:spcBef>
                <a:spcPts val="0"/>
              </a:spcBef>
              <a:spcAft>
                <a:spcPts val="0"/>
              </a:spcAft>
              <a:buSzPts val="3742"/>
              <a:buChar char="■"/>
              <a:defRPr sz="3742"/>
            </a:lvl3pPr>
            <a:lvl4pPr indent="-466230" lvl="3" marL="1828800">
              <a:spcBef>
                <a:spcPts val="0"/>
              </a:spcBef>
              <a:spcAft>
                <a:spcPts val="0"/>
              </a:spcAft>
              <a:buSzPts val="3742"/>
              <a:buChar char="●"/>
              <a:defRPr sz="3742"/>
            </a:lvl4pPr>
            <a:lvl5pPr indent="-466231" lvl="4" marL="2286000">
              <a:spcBef>
                <a:spcPts val="0"/>
              </a:spcBef>
              <a:spcAft>
                <a:spcPts val="0"/>
              </a:spcAft>
              <a:buSzPts val="3742"/>
              <a:buChar char="○"/>
              <a:defRPr sz="3742"/>
            </a:lvl5pPr>
            <a:lvl6pPr indent="-466231" lvl="5" marL="2743200">
              <a:spcBef>
                <a:spcPts val="0"/>
              </a:spcBef>
              <a:spcAft>
                <a:spcPts val="0"/>
              </a:spcAft>
              <a:buSzPts val="3742"/>
              <a:buChar char="■"/>
              <a:defRPr sz="3742"/>
            </a:lvl6pPr>
            <a:lvl7pPr indent="-466231" lvl="6" marL="3200400">
              <a:spcBef>
                <a:spcPts val="0"/>
              </a:spcBef>
              <a:spcAft>
                <a:spcPts val="0"/>
              </a:spcAft>
              <a:buSzPts val="3742"/>
              <a:buChar char="●"/>
              <a:defRPr sz="3742"/>
            </a:lvl7pPr>
            <a:lvl8pPr indent="-466231" lvl="7" marL="3657600">
              <a:spcBef>
                <a:spcPts val="0"/>
              </a:spcBef>
              <a:spcAft>
                <a:spcPts val="0"/>
              </a:spcAft>
              <a:buSzPts val="3742"/>
              <a:buChar char="○"/>
              <a:defRPr sz="3742"/>
            </a:lvl8pPr>
            <a:lvl9pPr indent="-466230" lvl="8" marL="4114800">
              <a:spcBef>
                <a:spcPts val="0"/>
              </a:spcBef>
              <a:spcAft>
                <a:spcPts val="0"/>
              </a:spcAft>
              <a:buSzPts val="3742"/>
              <a:buChar char="■"/>
              <a:defRPr sz="3742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0148040" y="5941649"/>
            <a:ext cx="8399700" cy="176133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>
            <a:lvl1pPr indent="-505836" lvl="0" marL="457200">
              <a:spcBef>
                <a:spcPts val="0"/>
              </a:spcBef>
              <a:spcAft>
                <a:spcPts val="0"/>
              </a:spcAft>
              <a:buSzPts val="4366"/>
              <a:buChar char="●"/>
              <a:defRPr sz="4365"/>
            </a:lvl1pPr>
            <a:lvl2pPr indent="-466230" lvl="1" marL="914400">
              <a:spcBef>
                <a:spcPts val="0"/>
              </a:spcBef>
              <a:spcAft>
                <a:spcPts val="0"/>
              </a:spcAft>
              <a:buSzPts val="3742"/>
              <a:buChar char="○"/>
              <a:defRPr sz="3742"/>
            </a:lvl2pPr>
            <a:lvl3pPr indent="-466230" lvl="2" marL="1371600">
              <a:spcBef>
                <a:spcPts val="0"/>
              </a:spcBef>
              <a:spcAft>
                <a:spcPts val="0"/>
              </a:spcAft>
              <a:buSzPts val="3742"/>
              <a:buChar char="■"/>
              <a:defRPr sz="3742"/>
            </a:lvl3pPr>
            <a:lvl4pPr indent="-466230" lvl="3" marL="1828800">
              <a:spcBef>
                <a:spcPts val="0"/>
              </a:spcBef>
              <a:spcAft>
                <a:spcPts val="0"/>
              </a:spcAft>
              <a:buSzPts val="3742"/>
              <a:buChar char="●"/>
              <a:defRPr sz="3742"/>
            </a:lvl4pPr>
            <a:lvl5pPr indent="-466231" lvl="4" marL="2286000">
              <a:spcBef>
                <a:spcPts val="0"/>
              </a:spcBef>
              <a:spcAft>
                <a:spcPts val="0"/>
              </a:spcAft>
              <a:buSzPts val="3742"/>
              <a:buChar char="○"/>
              <a:defRPr sz="3742"/>
            </a:lvl5pPr>
            <a:lvl6pPr indent="-466231" lvl="5" marL="2743200">
              <a:spcBef>
                <a:spcPts val="0"/>
              </a:spcBef>
              <a:spcAft>
                <a:spcPts val="0"/>
              </a:spcAft>
              <a:buSzPts val="3742"/>
              <a:buChar char="■"/>
              <a:defRPr sz="3742"/>
            </a:lvl6pPr>
            <a:lvl7pPr indent="-466231" lvl="6" marL="3200400">
              <a:spcBef>
                <a:spcPts val="0"/>
              </a:spcBef>
              <a:spcAft>
                <a:spcPts val="0"/>
              </a:spcAft>
              <a:buSzPts val="3742"/>
              <a:buChar char="●"/>
              <a:defRPr sz="3742"/>
            </a:lvl7pPr>
            <a:lvl8pPr indent="-466231" lvl="7" marL="3657600">
              <a:spcBef>
                <a:spcPts val="0"/>
              </a:spcBef>
              <a:spcAft>
                <a:spcPts val="0"/>
              </a:spcAft>
              <a:buSzPts val="3742"/>
              <a:buChar char="○"/>
              <a:defRPr sz="3742"/>
            </a:lvl8pPr>
            <a:lvl9pPr indent="-466230" lvl="8" marL="4114800">
              <a:spcBef>
                <a:spcPts val="0"/>
              </a:spcBef>
              <a:spcAft>
                <a:spcPts val="0"/>
              </a:spcAft>
              <a:buSzPts val="3742"/>
              <a:buChar char="■"/>
              <a:defRPr sz="3742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7792161" y="24041473"/>
            <a:ext cx="1152300" cy="20292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>
              <a:buNone/>
              <a:defRPr sz="3118"/>
            </a:lvl1pPr>
            <a:lvl2pPr lvl="1">
              <a:buNone/>
              <a:defRPr sz="3118"/>
            </a:lvl2pPr>
            <a:lvl3pPr lvl="2">
              <a:buNone/>
              <a:defRPr sz="3118"/>
            </a:lvl3pPr>
            <a:lvl4pPr lvl="3">
              <a:buNone/>
              <a:defRPr sz="3118"/>
            </a:lvl4pPr>
            <a:lvl5pPr lvl="4">
              <a:buNone/>
              <a:defRPr sz="3118"/>
            </a:lvl5pPr>
            <a:lvl6pPr lvl="5">
              <a:buNone/>
              <a:defRPr sz="3118"/>
            </a:lvl6pPr>
            <a:lvl7pPr lvl="6">
              <a:buNone/>
              <a:defRPr sz="3118"/>
            </a:lvl7pPr>
            <a:lvl8pPr lvl="7">
              <a:buNone/>
              <a:defRPr sz="3118"/>
            </a:lvl8pPr>
            <a:lvl9pPr lvl="8">
              <a:buNone/>
              <a:defRPr sz="311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54570" y="2294351"/>
            <a:ext cx="17893200" cy="29526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1pPr>
            <a:lvl2pPr lvl="1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2pPr>
            <a:lvl3pPr lvl="2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3pPr>
            <a:lvl4pPr lvl="3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4pPr>
            <a:lvl5pPr lvl="4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5pPr>
            <a:lvl6pPr lvl="5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6pPr>
            <a:lvl7pPr lvl="6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7pPr>
            <a:lvl8pPr lvl="7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8pPr>
            <a:lvl9pPr lvl="8">
              <a:spcBef>
                <a:spcPts val="0"/>
              </a:spcBef>
              <a:spcAft>
                <a:spcPts val="0"/>
              </a:spcAft>
              <a:buSzPts val="8732"/>
              <a:buNone/>
              <a:defRPr sz="8731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7792161" y="24041473"/>
            <a:ext cx="1152300" cy="20292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>
              <a:buNone/>
              <a:defRPr sz="3118"/>
            </a:lvl1pPr>
            <a:lvl2pPr lvl="1">
              <a:buNone/>
              <a:defRPr sz="3118"/>
            </a:lvl2pPr>
            <a:lvl3pPr lvl="2">
              <a:buNone/>
              <a:defRPr sz="3118"/>
            </a:lvl3pPr>
            <a:lvl4pPr lvl="3">
              <a:buNone/>
              <a:defRPr sz="3118"/>
            </a:lvl4pPr>
            <a:lvl5pPr lvl="4">
              <a:buNone/>
              <a:defRPr sz="3118"/>
            </a:lvl5pPr>
            <a:lvl6pPr lvl="5">
              <a:buNone/>
              <a:defRPr sz="3118"/>
            </a:lvl6pPr>
            <a:lvl7pPr lvl="6">
              <a:buNone/>
              <a:defRPr sz="3118"/>
            </a:lvl7pPr>
            <a:lvl8pPr lvl="7">
              <a:buNone/>
              <a:defRPr sz="3118"/>
            </a:lvl8pPr>
            <a:lvl9pPr lvl="8">
              <a:buNone/>
              <a:defRPr sz="311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54570" y="2864427"/>
            <a:ext cx="5896800" cy="3896100"/>
          </a:xfrm>
          <a:prstGeom prst="rect">
            <a:avLst/>
          </a:prstGeom>
        </p:spPr>
        <p:txBody>
          <a:bodyPr anchorCtr="0" anchor="b" bIns="285100" lIns="285100" spcFirstLastPara="1" rIns="285100" wrap="square" tIns="285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484"/>
              <a:buNone/>
              <a:defRPr sz="7484"/>
            </a:lvl1pPr>
            <a:lvl2pPr lvl="1">
              <a:spcBef>
                <a:spcPts val="0"/>
              </a:spcBef>
              <a:spcAft>
                <a:spcPts val="0"/>
              </a:spcAft>
              <a:buSzPts val="7484"/>
              <a:buNone/>
              <a:defRPr sz="7484"/>
            </a:lvl2pPr>
            <a:lvl3pPr lvl="2">
              <a:spcBef>
                <a:spcPts val="0"/>
              </a:spcBef>
              <a:spcAft>
                <a:spcPts val="0"/>
              </a:spcAft>
              <a:buSzPts val="7484"/>
              <a:buNone/>
              <a:defRPr sz="7484"/>
            </a:lvl3pPr>
            <a:lvl4pPr lvl="3">
              <a:spcBef>
                <a:spcPts val="0"/>
              </a:spcBef>
              <a:spcAft>
                <a:spcPts val="0"/>
              </a:spcAft>
              <a:buSzPts val="7484"/>
              <a:buNone/>
              <a:defRPr sz="7484"/>
            </a:lvl4pPr>
            <a:lvl5pPr lvl="4">
              <a:spcBef>
                <a:spcPts val="0"/>
              </a:spcBef>
              <a:spcAft>
                <a:spcPts val="0"/>
              </a:spcAft>
              <a:buSzPts val="7484"/>
              <a:buNone/>
              <a:defRPr sz="7484"/>
            </a:lvl5pPr>
            <a:lvl6pPr lvl="5">
              <a:spcBef>
                <a:spcPts val="0"/>
              </a:spcBef>
              <a:spcAft>
                <a:spcPts val="0"/>
              </a:spcAft>
              <a:buSzPts val="7484"/>
              <a:buNone/>
              <a:defRPr sz="7484"/>
            </a:lvl6pPr>
            <a:lvl7pPr lvl="6">
              <a:spcBef>
                <a:spcPts val="0"/>
              </a:spcBef>
              <a:spcAft>
                <a:spcPts val="0"/>
              </a:spcAft>
              <a:buSzPts val="7484"/>
              <a:buNone/>
              <a:defRPr sz="7484"/>
            </a:lvl7pPr>
            <a:lvl8pPr lvl="7">
              <a:spcBef>
                <a:spcPts val="0"/>
              </a:spcBef>
              <a:spcAft>
                <a:spcPts val="0"/>
              </a:spcAft>
              <a:buSzPts val="7484"/>
              <a:buNone/>
              <a:defRPr sz="7484"/>
            </a:lvl8pPr>
            <a:lvl9pPr lvl="8">
              <a:spcBef>
                <a:spcPts val="0"/>
              </a:spcBef>
              <a:spcAft>
                <a:spcPts val="0"/>
              </a:spcAft>
              <a:buSzPts val="7484"/>
              <a:buNone/>
              <a:defRPr sz="7484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54570" y="7164160"/>
            <a:ext cx="5896800" cy="163917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>
            <a:lvl1pPr indent="-466230" lvl="0" marL="457200">
              <a:spcBef>
                <a:spcPts val="0"/>
              </a:spcBef>
              <a:spcAft>
                <a:spcPts val="0"/>
              </a:spcAft>
              <a:buSzPts val="3742"/>
              <a:buChar char="●"/>
              <a:defRPr sz="3742"/>
            </a:lvl1pPr>
            <a:lvl2pPr indent="-466230" lvl="1" marL="914400">
              <a:spcBef>
                <a:spcPts val="0"/>
              </a:spcBef>
              <a:spcAft>
                <a:spcPts val="0"/>
              </a:spcAft>
              <a:buSzPts val="3742"/>
              <a:buChar char="○"/>
              <a:defRPr sz="3742"/>
            </a:lvl2pPr>
            <a:lvl3pPr indent="-466230" lvl="2" marL="1371600">
              <a:spcBef>
                <a:spcPts val="0"/>
              </a:spcBef>
              <a:spcAft>
                <a:spcPts val="0"/>
              </a:spcAft>
              <a:buSzPts val="3742"/>
              <a:buChar char="■"/>
              <a:defRPr sz="3742"/>
            </a:lvl3pPr>
            <a:lvl4pPr indent="-466230" lvl="3" marL="1828800">
              <a:spcBef>
                <a:spcPts val="0"/>
              </a:spcBef>
              <a:spcAft>
                <a:spcPts val="0"/>
              </a:spcAft>
              <a:buSzPts val="3742"/>
              <a:buChar char="●"/>
              <a:defRPr sz="3742"/>
            </a:lvl4pPr>
            <a:lvl5pPr indent="-466231" lvl="4" marL="2286000">
              <a:spcBef>
                <a:spcPts val="0"/>
              </a:spcBef>
              <a:spcAft>
                <a:spcPts val="0"/>
              </a:spcAft>
              <a:buSzPts val="3742"/>
              <a:buChar char="○"/>
              <a:defRPr sz="3742"/>
            </a:lvl5pPr>
            <a:lvl6pPr indent="-466231" lvl="5" marL="2743200">
              <a:spcBef>
                <a:spcPts val="0"/>
              </a:spcBef>
              <a:spcAft>
                <a:spcPts val="0"/>
              </a:spcAft>
              <a:buSzPts val="3742"/>
              <a:buChar char="■"/>
              <a:defRPr sz="3742"/>
            </a:lvl6pPr>
            <a:lvl7pPr indent="-466231" lvl="6" marL="3200400">
              <a:spcBef>
                <a:spcPts val="0"/>
              </a:spcBef>
              <a:spcAft>
                <a:spcPts val="0"/>
              </a:spcAft>
              <a:buSzPts val="3742"/>
              <a:buChar char="●"/>
              <a:defRPr sz="3742"/>
            </a:lvl7pPr>
            <a:lvl8pPr indent="-466231" lvl="7" marL="3657600">
              <a:spcBef>
                <a:spcPts val="0"/>
              </a:spcBef>
              <a:spcAft>
                <a:spcPts val="0"/>
              </a:spcAft>
              <a:buSzPts val="3742"/>
              <a:buChar char="○"/>
              <a:defRPr sz="3742"/>
            </a:lvl8pPr>
            <a:lvl9pPr indent="-466230" lvl="8" marL="4114800">
              <a:spcBef>
                <a:spcPts val="0"/>
              </a:spcBef>
              <a:spcAft>
                <a:spcPts val="0"/>
              </a:spcAft>
              <a:buSzPts val="3742"/>
              <a:buChar char="■"/>
              <a:defRPr sz="3742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7792161" y="24041473"/>
            <a:ext cx="1152300" cy="20292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>
              <a:buNone/>
              <a:defRPr sz="3118"/>
            </a:lvl1pPr>
            <a:lvl2pPr lvl="1">
              <a:buNone/>
              <a:defRPr sz="3118"/>
            </a:lvl2pPr>
            <a:lvl3pPr lvl="2">
              <a:buNone/>
              <a:defRPr sz="3118"/>
            </a:lvl3pPr>
            <a:lvl4pPr lvl="3">
              <a:buNone/>
              <a:defRPr sz="3118"/>
            </a:lvl4pPr>
            <a:lvl5pPr lvl="4">
              <a:buNone/>
              <a:defRPr sz="3118"/>
            </a:lvl5pPr>
            <a:lvl6pPr lvl="5">
              <a:buNone/>
              <a:defRPr sz="3118"/>
            </a:lvl6pPr>
            <a:lvl7pPr lvl="6">
              <a:buNone/>
              <a:defRPr sz="3118"/>
            </a:lvl7pPr>
            <a:lvl8pPr lvl="7">
              <a:buNone/>
              <a:defRPr sz="3118"/>
            </a:lvl8pPr>
            <a:lvl9pPr lvl="8">
              <a:buNone/>
              <a:defRPr sz="311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029525" y="2320773"/>
            <a:ext cx="13372500" cy="210903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69"/>
              <a:buNone/>
              <a:defRPr sz="14968"/>
            </a:lvl1pPr>
            <a:lvl2pPr lvl="1">
              <a:spcBef>
                <a:spcPts val="0"/>
              </a:spcBef>
              <a:spcAft>
                <a:spcPts val="0"/>
              </a:spcAft>
              <a:buSzPts val="14969"/>
              <a:buNone/>
              <a:defRPr sz="14968"/>
            </a:lvl2pPr>
            <a:lvl3pPr lvl="2">
              <a:spcBef>
                <a:spcPts val="0"/>
              </a:spcBef>
              <a:spcAft>
                <a:spcPts val="0"/>
              </a:spcAft>
              <a:buSzPts val="14969"/>
              <a:buNone/>
              <a:defRPr sz="14968"/>
            </a:lvl3pPr>
            <a:lvl4pPr lvl="3">
              <a:spcBef>
                <a:spcPts val="0"/>
              </a:spcBef>
              <a:spcAft>
                <a:spcPts val="0"/>
              </a:spcAft>
              <a:buSzPts val="14969"/>
              <a:buNone/>
              <a:defRPr sz="14968"/>
            </a:lvl4pPr>
            <a:lvl5pPr lvl="4">
              <a:spcBef>
                <a:spcPts val="0"/>
              </a:spcBef>
              <a:spcAft>
                <a:spcPts val="0"/>
              </a:spcAft>
              <a:buSzPts val="14969"/>
              <a:buNone/>
              <a:defRPr sz="14968"/>
            </a:lvl5pPr>
            <a:lvl6pPr lvl="5">
              <a:spcBef>
                <a:spcPts val="0"/>
              </a:spcBef>
              <a:spcAft>
                <a:spcPts val="0"/>
              </a:spcAft>
              <a:buSzPts val="14969"/>
              <a:buNone/>
              <a:defRPr sz="14968"/>
            </a:lvl6pPr>
            <a:lvl7pPr lvl="6">
              <a:spcBef>
                <a:spcPts val="0"/>
              </a:spcBef>
              <a:spcAft>
                <a:spcPts val="0"/>
              </a:spcAft>
              <a:buSzPts val="14969"/>
              <a:buNone/>
              <a:defRPr sz="14968"/>
            </a:lvl7pPr>
            <a:lvl8pPr lvl="7">
              <a:spcBef>
                <a:spcPts val="0"/>
              </a:spcBef>
              <a:spcAft>
                <a:spcPts val="0"/>
              </a:spcAft>
              <a:buSzPts val="14969"/>
              <a:buNone/>
              <a:defRPr sz="14968"/>
            </a:lvl8pPr>
            <a:lvl9pPr lvl="8">
              <a:spcBef>
                <a:spcPts val="0"/>
              </a:spcBef>
              <a:spcAft>
                <a:spcPts val="0"/>
              </a:spcAft>
              <a:buSzPts val="14969"/>
              <a:buNone/>
              <a:defRPr sz="14968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7792161" y="24041473"/>
            <a:ext cx="1152300" cy="20292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>
              <a:buNone/>
              <a:defRPr sz="3118"/>
            </a:lvl1pPr>
            <a:lvl2pPr lvl="1">
              <a:buNone/>
              <a:defRPr sz="3118"/>
            </a:lvl2pPr>
            <a:lvl3pPr lvl="2">
              <a:buNone/>
              <a:defRPr sz="3118"/>
            </a:lvl3pPr>
            <a:lvl4pPr lvl="3">
              <a:buNone/>
              <a:defRPr sz="3118"/>
            </a:lvl4pPr>
            <a:lvl5pPr lvl="4">
              <a:buNone/>
              <a:defRPr sz="3118"/>
            </a:lvl5pPr>
            <a:lvl6pPr lvl="5">
              <a:buNone/>
              <a:defRPr sz="3118"/>
            </a:lvl6pPr>
            <a:lvl7pPr lvl="6">
              <a:buNone/>
              <a:defRPr sz="3118"/>
            </a:lvl7pPr>
            <a:lvl8pPr lvl="7">
              <a:buNone/>
              <a:defRPr sz="3118"/>
            </a:lvl8pPr>
            <a:lvl9pPr lvl="8">
              <a:buNone/>
              <a:defRPr sz="311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601200" y="-644"/>
            <a:ext cx="9601200" cy="2651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85100" lIns="285100" spcFirstLastPara="1" rIns="285100" wrap="square" tIns="28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57550" y="6357702"/>
            <a:ext cx="8494800" cy="7642200"/>
          </a:xfrm>
          <a:prstGeom prst="rect">
            <a:avLst/>
          </a:prstGeom>
        </p:spPr>
        <p:txBody>
          <a:bodyPr anchorCtr="0" anchor="b" bIns="285100" lIns="285100" spcFirstLastPara="1" rIns="285100" wrap="square" tIns="285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98"/>
              <a:buNone/>
              <a:defRPr sz="13097"/>
            </a:lvl1pPr>
            <a:lvl2pPr lvl="1" algn="ctr">
              <a:spcBef>
                <a:spcPts val="0"/>
              </a:spcBef>
              <a:spcAft>
                <a:spcPts val="0"/>
              </a:spcAft>
              <a:buSzPts val="13098"/>
              <a:buNone/>
              <a:defRPr sz="13097"/>
            </a:lvl2pPr>
            <a:lvl3pPr lvl="2" algn="ctr">
              <a:spcBef>
                <a:spcPts val="0"/>
              </a:spcBef>
              <a:spcAft>
                <a:spcPts val="0"/>
              </a:spcAft>
              <a:buSzPts val="13098"/>
              <a:buNone/>
              <a:defRPr sz="13097"/>
            </a:lvl3pPr>
            <a:lvl4pPr lvl="3" algn="ctr">
              <a:spcBef>
                <a:spcPts val="0"/>
              </a:spcBef>
              <a:spcAft>
                <a:spcPts val="0"/>
              </a:spcAft>
              <a:buSzPts val="13098"/>
              <a:buNone/>
              <a:defRPr sz="13097"/>
            </a:lvl4pPr>
            <a:lvl5pPr lvl="4" algn="ctr">
              <a:spcBef>
                <a:spcPts val="0"/>
              </a:spcBef>
              <a:spcAft>
                <a:spcPts val="0"/>
              </a:spcAft>
              <a:buSzPts val="13098"/>
              <a:buNone/>
              <a:defRPr sz="13097"/>
            </a:lvl5pPr>
            <a:lvl6pPr lvl="5" algn="ctr">
              <a:spcBef>
                <a:spcPts val="0"/>
              </a:spcBef>
              <a:spcAft>
                <a:spcPts val="0"/>
              </a:spcAft>
              <a:buSzPts val="13098"/>
              <a:buNone/>
              <a:defRPr sz="13097"/>
            </a:lvl6pPr>
            <a:lvl7pPr lvl="6" algn="ctr">
              <a:spcBef>
                <a:spcPts val="0"/>
              </a:spcBef>
              <a:spcAft>
                <a:spcPts val="0"/>
              </a:spcAft>
              <a:buSzPts val="13098"/>
              <a:buNone/>
              <a:defRPr sz="13097"/>
            </a:lvl7pPr>
            <a:lvl8pPr lvl="7" algn="ctr">
              <a:spcBef>
                <a:spcPts val="0"/>
              </a:spcBef>
              <a:spcAft>
                <a:spcPts val="0"/>
              </a:spcAft>
              <a:buSzPts val="13098"/>
              <a:buNone/>
              <a:defRPr sz="13097"/>
            </a:lvl8pPr>
            <a:lvl9pPr lvl="8" algn="ctr">
              <a:spcBef>
                <a:spcPts val="0"/>
              </a:spcBef>
              <a:spcAft>
                <a:spcPts val="0"/>
              </a:spcAft>
              <a:buSzPts val="13098"/>
              <a:buNone/>
              <a:defRPr sz="13097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57550" y="14451409"/>
            <a:ext cx="8494800" cy="63675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49"/>
              <a:buNone/>
              <a:defRPr sz="654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49"/>
              <a:buNone/>
              <a:defRPr sz="654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49"/>
              <a:buNone/>
              <a:defRPr sz="654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49"/>
              <a:buNone/>
              <a:defRPr sz="654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49"/>
              <a:buNone/>
              <a:defRPr sz="654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49"/>
              <a:buNone/>
              <a:defRPr sz="654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49"/>
              <a:buNone/>
              <a:defRPr sz="654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49"/>
              <a:buNone/>
              <a:defRPr sz="654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49"/>
              <a:buNone/>
              <a:defRPr sz="6548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0372950" y="3733009"/>
            <a:ext cx="8057700" cy="190503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indent="-585046" lvl="0" marL="457200">
              <a:spcBef>
                <a:spcPts val="0"/>
              </a:spcBef>
              <a:spcAft>
                <a:spcPts val="0"/>
              </a:spcAft>
              <a:buSzPts val="5613"/>
              <a:buChar char="●"/>
              <a:defRPr sz="5613"/>
            </a:lvl1pPr>
            <a:lvl2pPr indent="-505836" lvl="1" marL="914400">
              <a:spcBef>
                <a:spcPts val="0"/>
              </a:spcBef>
              <a:spcAft>
                <a:spcPts val="0"/>
              </a:spcAft>
              <a:buSzPts val="4366"/>
              <a:buChar char="○"/>
              <a:defRPr sz="4365"/>
            </a:lvl2pPr>
            <a:lvl3pPr indent="-505836" lvl="2" marL="1371600">
              <a:spcBef>
                <a:spcPts val="0"/>
              </a:spcBef>
              <a:spcAft>
                <a:spcPts val="0"/>
              </a:spcAft>
              <a:buSzPts val="4366"/>
              <a:buChar char="■"/>
              <a:defRPr sz="4365"/>
            </a:lvl3pPr>
            <a:lvl4pPr indent="-505836" lvl="3" marL="1828800">
              <a:spcBef>
                <a:spcPts val="0"/>
              </a:spcBef>
              <a:spcAft>
                <a:spcPts val="0"/>
              </a:spcAft>
              <a:buSzPts val="4366"/>
              <a:buChar char="●"/>
              <a:defRPr sz="4365"/>
            </a:lvl4pPr>
            <a:lvl5pPr indent="-505836" lvl="4" marL="2286000">
              <a:spcBef>
                <a:spcPts val="0"/>
              </a:spcBef>
              <a:spcAft>
                <a:spcPts val="0"/>
              </a:spcAft>
              <a:buSzPts val="4366"/>
              <a:buChar char="○"/>
              <a:defRPr sz="4365"/>
            </a:lvl5pPr>
            <a:lvl6pPr indent="-505836" lvl="5" marL="2743200">
              <a:spcBef>
                <a:spcPts val="0"/>
              </a:spcBef>
              <a:spcAft>
                <a:spcPts val="0"/>
              </a:spcAft>
              <a:buSzPts val="4366"/>
              <a:buChar char="■"/>
              <a:defRPr sz="4365"/>
            </a:lvl6pPr>
            <a:lvl7pPr indent="-505836" lvl="6" marL="3200400">
              <a:spcBef>
                <a:spcPts val="0"/>
              </a:spcBef>
              <a:spcAft>
                <a:spcPts val="0"/>
              </a:spcAft>
              <a:buSzPts val="4366"/>
              <a:buChar char="●"/>
              <a:defRPr sz="4365"/>
            </a:lvl7pPr>
            <a:lvl8pPr indent="-505836" lvl="7" marL="3657600">
              <a:spcBef>
                <a:spcPts val="0"/>
              </a:spcBef>
              <a:spcAft>
                <a:spcPts val="0"/>
              </a:spcAft>
              <a:buSzPts val="4366"/>
              <a:buChar char="○"/>
              <a:defRPr sz="4365"/>
            </a:lvl8pPr>
            <a:lvl9pPr indent="-505836" lvl="8" marL="4114800">
              <a:spcBef>
                <a:spcPts val="0"/>
              </a:spcBef>
              <a:spcAft>
                <a:spcPts val="0"/>
              </a:spcAft>
              <a:buSzPts val="4366"/>
              <a:buChar char="■"/>
              <a:defRPr sz="4365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7792161" y="24041473"/>
            <a:ext cx="1152300" cy="20292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>
              <a:buNone/>
              <a:defRPr sz="3118"/>
            </a:lvl1pPr>
            <a:lvl2pPr lvl="1">
              <a:buNone/>
              <a:defRPr sz="3118"/>
            </a:lvl2pPr>
            <a:lvl3pPr lvl="2">
              <a:buNone/>
              <a:defRPr sz="3118"/>
            </a:lvl3pPr>
            <a:lvl4pPr lvl="3">
              <a:buNone/>
              <a:defRPr sz="3118"/>
            </a:lvl4pPr>
            <a:lvl5pPr lvl="4">
              <a:buNone/>
              <a:defRPr sz="3118"/>
            </a:lvl5pPr>
            <a:lvl6pPr lvl="5">
              <a:buNone/>
              <a:defRPr sz="3118"/>
            </a:lvl6pPr>
            <a:lvl7pPr lvl="6">
              <a:buNone/>
              <a:defRPr sz="3118"/>
            </a:lvl7pPr>
            <a:lvl8pPr lvl="7">
              <a:buNone/>
              <a:defRPr sz="3118"/>
            </a:lvl8pPr>
            <a:lvl9pPr lvl="8">
              <a:buNone/>
              <a:defRPr sz="311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54570" y="21810964"/>
            <a:ext cx="12597600" cy="31197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13"/>
              <a:buNone/>
              <a:defRPr sz="561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7792161" y="24041473"/>
            <a:ext cx="1152300" cy="20292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>
              <a:buNone/>
              <a:defRPr sz="3118"/>
            </a:lvl1pPr>
            <a:lvl2pPr lvl="1">
              <a:buNone/>
              <a:defRPr sz="3118"/>
            </a:lvl2pPr>
            <a:lvl3pPr lvl="2">
              <a:buNone/>
              <a:defRPr sz="3118"/>
            </a:lvl3pPr>
            <a:lvl4pPr lvl="3">
              <a:buNone/>
              <a:defRPr sz="3118"/>
            </a:lvl4pPr>
            <a:lvl5pPr lvl="4">
              <a:buNone/>
              <a:defRPr sz="3118"/>
            </a:lvl5pPr>
            <a:lvl6pPr lvl="5">
              <a:buNone/>
              <a:defRPr sz="3118"/>
            </a:lvl6pPr>
            <a:lvl7pPr lvl="6">
              <a:buNone/>
              <a:defRPr sz="3118"/>
            </a:lvl7pPr>
            <a:lvl8pPr lvl="7">
              <a:buNone/>
              <a:defRPr sz="3118"/>
            </a:lvl8pPr>
            <a:lvl9pPr lvl="8">
              <a:buNone/>
              <a:defRPr sz="311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54570" y="5702689"/>
            <a:ext cx="17893200" cy="10122900"/>
          </a:xfrm>
          <a:prstGeom prst="rect">
            <a:avLst/>
          </a:prstGeom>
        </p:spPr>
        <p:txBody>
          <a:bodyPr anchorCtr="0" anchor="b" bIns="285100" lIns="285100" spcFirstLastPara="1" rIns="285100" wrap="square" tIns="285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422"/>
              <a:buNone/>
              <a:defRPr sz="37422"/>
            </a:lvl1pPr>
            <a:lvl2pPr lvl="1" algn="ctr">
              <a:spcBef>
                <a:spcPts val="0"/>
              </a:spcBef>
              <a:spcAft>
                <a:spcPts val="0"/>
              </a:spcAft>
              <a:buSzPts val="37422"/>
              <a:buNone/>
              <a:defRPr sz="37422"/>
            </a:lvl2pPr>
            <a:lvl3pPr lvl="2" algn="ctr">
              <a:spcBef>
                <a:spcPts val="0"/>
              </a:spcBef>
              <a:spcAft>
                <a:spcPts val="0"/>
              </a:spcAft>
              <a:buSzPts val="37422"/>
              <a:buNone/>
              <a:defRPr sz="37422"/>
            </a:lvl3pPr>
            <a:lvl4pPr lvl="3" algn="ctr">
              <a:spcBef>
                <a:spcPts val="0"/>
              </a:spcBef>
              <a:spcAft>
                <a:spcPts val="0"/>
              </a:spcAft>
              <a:buSzPts val="37422"/>
              <a:buNone/>
              <a:defRPr sz="37422"/>
            </a:lvl4pPr>
            <a:lvl5pPr lvl="4" algn="ctr">
              <a:spcBef>
                <a:spcPts val="0"/>
              </a:spcBef>
              <a:spcAft>
                <a:spcPts val="0"/>
              </a:spcAft>
              <a:buSzPts val="37422"/>
              <a:buNone/>
              <a:defRPr sz="37422"/>
            </a:lvl5pPr>
            <a:lvl6pPr lvl="5" algn="ctr">
              <a:spcBef>
                <a:spcPts val="0"/>
              </a:spcBef>
              <a:spcAft>
                <a:spcPts val="0"/>
              </a:spcAft>
              <a:buSzPts val="37422"/>
              <a:buNone/>
              <a:defRPr sz="37422"/>
            </a:lvl6pPr>
            <a:lvl7pPr lvl="6" algn="ctr">
              <a:spcBef>
                <a:spcPts val="0"/>
              </a:spcBef>
              <a:spcAft>
                <a:spcPts val="0"/>
              </a:spcAft>
              <a:buSzPts val="37422"/>
              <a:buNone/>
              <a:defRPr sz="37422"/>
            </a:lvl7pPr>
            <a:lvl8pPr lvl="7" algn="ctr">
              <a:spcBef>
                <a:spcPts val="0"/>
              </a:spcBef>
              <a:spcAft>
                <a:spcPts val="0"/>
              </a:spcAft>
              <a:buSzPts val="37422"/>
              <a:buNone/>
              <a:defRPr sz="37422"/>
            </a:lvl8pPr>
            <a:lvl9pPr lvl="8" algn="ctr">
              <a:spcBef>
                <a:spcPts val="0"/>
              </a:spcBef>
              <a:spcAft>
                <a:spcPts val="0"/>
              </a:spcAft>
              <a:buSzPts val="37422"/>
              <a:buNone/>
              <a:defRPr sz="374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54570" y="16251471"/>
            <a:ext cx="17893200" cy="67062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>
            <a:lvl1pPr indent="-585046" lvl="0" marL="457200" algn="ctr">
              <a:spcBef>
                <a:spcPts val="0"/>
              </a:spcBef>
              <a:spcAft>
                <a:spcPts val="0"/>
              </a:spcAft>
              <a:buSzPts val="5613"/>
              <a:buChar char="●"/>
              <a:defRPr sz="5613"/>
            </a:lvl1pPr>
            <a:lvl2pPr indent="-505836" lvl="1" marL="914400" algn="ctr">
              <a:spcBef>
                <a:spcPts val="0"/>
              </a:spcBef>
              <a:spcAft>
                <a:spcPts val="0"/>
              </a:spcAft>
              <a:buSzPts val="4366"/>
              <a:buChar char="○"/>
              <a:defRPr sz="4365"/>
            </a:lvl2pPr>
            <a:lvl3pPr indent="-505836" lvl="2" marL="1371600" algn="ctr">
              <a:spcBef>
                <a:spcPts val="0"/>
              </a:spcBef>
              <a:spcAft>
                <a:spcPts val="0"/>
              </a:spcAft>
              <a:buSzPts val="4366"/>
              <a:buChar char="■"/>
              <a:defRPr sz="4365"/>
            </a:lvl3pPr>
            <a:lvl4pPr indent="-505836" lvl="3" marL="1828800" algn="ctr">
              <a:spcBef>
                <a:spcPts val="0"/>
              </a:spcBef>
              <a:spcAft>
                <a:spcPts val="0"/>
              </a:spcAft>
              <a:buSzPts val="4366"/>
              <a:buChar char="●"/>
              <a:defRPr sz="4365"/>
            </a:lvl4pPr>
            <a:lvl5pPr indent="-505836" lvl="4" marL="2286000" algn="ctr">
              <a:spcBef>
                <a:spcPts val="0"/>
              </a:spcBef>
              <a:spcAft>
                <a:spcPts val="0"/>
              </a:spcAft>
              <a:buSzPts val="4366"/>
              <a:buChar char="○"/>
              <a:defRPr sz="4365"/>
            </a:lvl5pPr>
            <a:lvl6pPr indent="-505836" lvl="5" marL="2743200" algn="ctr">
              <a:spcBef>
                <a:spcPts val="0"/>
              </a:spcBef>
              <a:spcAft>
                <a:spcPts val="0"/>
              </a:spcAft>
              <a:buSzPts val="4366"/>
              <a:buChar char="■"/>
              <a:defRPr sz="4365"/>
            </a:lvl6pPr>
            <a:lvl7pPr indent="-505836" lvl="6" marL="3200400" algn="ctr">
              <a:spcBef>
                <a:spcPts val="0"/>
              </a:spcBef>
              <a:spcAft>
                <a:spcPts val="0"/>
              </a:spcAft>
              <a:buSzPts val="4366"/>
              <a:buChar char="●"/>
              <a:defRPr sz="4365"/>
            </a:lvl7pPr>
            <a:lvl8pPr indent="-505836" lvl="7" marL="3657600" algn="ctr">
              <a:spcBef>
                <a:spcPts val="0"/>
              </a:spcBef>
              <a:spcAft>
                <a:spcPts val="0"/>
              </a:spcAft>
              <a:buSzPts val="4366"/>
              <a:buChar char="○"/>
              <a:defRPr sz="4365"/>
            </a:lvl8pPr>
            <a:lvl9pPr indent="-505836" lvl="8" marL="4114800" algn="ctr">
              <a:spcBef>
                <a:spcPts val="0"/>
              </a:spcBef>
              <a:spcAft>
                <a:spcPts val="0"/>
              </a:spcAft>
              <a:buSzPts val="4366"/>
              <a:buChar char="■"/>
              <a:defRPr sz="4365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7792161" y="24041473"/>
            <a:ext cx="1152300" cy="20292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>
              <a:buNone/>
              <a:defRPr sz="3118"/>
            </a:lvl1pPr>
            <a:lvl2pPr lvl="1">
              <a:buNone/>
              <a:defRPr sz="3118"/>
            </a:lvl2pPr>
            <a:lvl3pPr lvl="2">
              <a:buNone/>
              <a:defRPr sz="3118"/>
            </a:lvl3pPr>
            <a:lvl4pPr lvl="3">
              <a:buNone/>
              <a:defRPr sz="3118"/>
            </a:lvl4pPr>
            <a:lvl5pPr lvl="4">
              <a:buNone/>
              <a:defRPr sz="3118"/>
            </a:lvl5pPr>
            <a:lvl6pPr lvl="5">
              <a:buNone/>
              <a:defRPr sz="3118"/>
            </a:lvl6pPr>
            <a:lvl7pPr lvl="6">
              <a:buNone/>
              <a:defRPr sz="3118"/>
            </a:lvl7pPr>
            <a:lvl8pPr lvl="7">
              <a:buNone/>
              <a:defRPr sz="3118"/>
            </a:lvl8pPr>
            <a:lvl9pPr lvl="8">
              <a:buNone/>
              <a:defRPr sz="311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7792161" y="24041473"/>
            <a:ext cx="1152300" cy="2029200"/>
          </a:xfrm>
          <a:prstGeom prst="rect">
            <a:avLst/>
          </a:prstGeom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>
              <a:buNone/>
              <a:defRPr sz="3118"/>
            </a:lvl1pPr>
            <a:lvl2pPr lvl="1">
              <a:buNone/>
              <a:defRPr sz="3118"/>
            </a:lvl2pPr>
            <a:lvl3pPr lvl="2">
              <a:buNone/>
              <a:defRPr sz="3118"/>
            </a:lvl3pPr>
            <a:lvl4pPr lvl="3">
              <a:buNone/>
              <a:defRPr sz="3118"/>
            </a:lvl4pPr>
            <a:lvl5pPr lvl="4">
              <a:buNone/>
              <a:defRPr sz="3118"/>
            </a:lvl5pPr>
            <a:lvl6pPr lvl="5">
              <a:buNone/>
              <a:defRPr sz="3118"/>
            </a:lvl6pPr>
            <a:lvl7pPr lvl="6">
              <a:buNone/>
              <a:defRPr sz="3118"/>
            </a:lvl7pPr>
            <a:lvl8pPr lvl="7">
              <a:buNone/>
              <a:defRPr sz="3118"/>
            </a:lvl8pPr>
            <a:lvl9pPr lvl="8">
              <a:buNone/>
              <a:defRPr sz="311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54570" y="2294351"/>
            <a:ext cx="17893200" cy="29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85100" lIns="285100" spcFirstLastPara="1" rIns="285100" wrap="square" tIns="285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32"/>
              <a:buNone/>
              <a:defRPr sz="873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32"/>
              <a:buNone/>
              <a:defRPr sz="873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32"/>
              <a:buNone/>
              <a:defRPr sz="873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32"/>
              <a:buNone/>
              <a:defRPr sz="873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32"/>
              <a:buNone/>
              <a:defRPr sz="873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32"/>
              <a:buNone/>
              <a:defRPr sz="873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32"/>
              <a:buNone/>
              <a:defRPr sz="873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32"/>
              <a:buNone/>
              <a:defRPr sz="873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32"/>
              <a:buNone/>
              <a:defRPr sz="873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54570" y="5941649"/>
            <a:ext cx="17893200" cy="176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85100" lIns="285100" spcFirstLastPara="1" rIns="285100" wrap="square" tIns="285100">
            <a:normAutofit/>
          </a:bodyPr>
          <a:lstStyle>
            <a:lvl1pPr indent="-585046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13"/>
              <a:buChar char="●"/>
              <a:defRPr sz="5613">
                <a:solidFill>
                  <a:schemeClr val="dk2"/>
                </a:solidFill>
              </a:defRPr>
            </a:lvl1pPr>
            <a:lvl2pPr indent="-505836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66"/>
              <a:buChar char="○"/>
              <a:defRPr sz="4365">
                <a:solidFill>
                  <a:schemeClr val="dk2"/>
                </a:solidFill>
              </a:defRPr>
            </a:lvl2pPr>
            <a:lvl3pPr indent="-505836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66"/>
              <a:buChar char="■"/>
              <a:defRPr sz="4365">
                <a:solidFill>
                  <a:schemeClr val="dk2"/>
                </a:solidFill>
              </a:defRPr>
            </a:lvl3pPr>
            <a:lvl4pPr indent="-505836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66"/>
              <a:buChar char="●"/>
              <a:defRPr sz="4365">
                <a:solidFill>
                  <a:schemeClr val="dk2"/>
                </a:solidFill>
              </a:defRPr>
            </a:lvl4pPr>
            <a:lvl5pPr indent="-505836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66"/>
              <a:buChar char="○"/>
              <a:defRPr sz="4365">
                <a:solidFill>
                  <a:schemeClr val="dk2"/>
                </a:solidFill>
              </a:defRPr>
            </a:lvl5pPr>
            <a:lvl6pPr indent="-505836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66"/>
              <a:buChar char="■"/>
              <a:defRPr sz="4365">
                <a:solidFill>
                  <a:schemeClr val="dk2"/>
                </a:solidFill>
              </a:defRPr>
            </a:lvl6pPr>
            <a:lvl7pPr indent="-505836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66"/>
              <a:buChar char="●"/>
              <a:defRPr sz="4365">
                <a:solidFill>
                  <a:schemeClr val="dk2"/>
                </a:solidFill>
              </a:defRPr>
            </a:lvl7pPr>
            <a:lvl8pPr indent="-505836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66"/>
              <a:buChar char="○"/>
              <a:defRPr sz="4365">
                <a:solidFill>
                  <a:schemeClr val="dk2"/>
                </a:solidFill>
              </a:defRPr>
            </a:lvl8pPr>
            <a:lvl9pPr indent="-505836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366"/>
              <a:buChar char="■"/>
              <a:defRPr sz="4365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7792161" y="24041473"/>
            <a:ext cx="1152300" cy="20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85100" lIns="285100" spcFirstLastPara="1" rIns="285100" wrap="square" tIns="285100">
            <a:normAutofit/>
          </a:bodyPr>
          <a:lstStyle>
            <a:lvl1pPr lvl="0" algn="r">
              <a:buNone/>
              <a:defRPr sz="3118">
                <a:solidFill>
                  <a:schemeClr val="dk2"/>
                </a:solidFill>
              </a:defRPr>
            </a:lvl1pPr>
            <a:lvl2pPr lvl="1" algn="r">
              <a:buNone/>
              <a:defRPr sz="3118">
                <a:solidFill>
                  <a:schemeClr val="dk2"/>
                </a:solidFill>
              </a:defRPr>
            </a:lvl2pPr>
            <a:lvl3pPr lvl="2" algn="r">
              <a:buNone/>
              <a:defRPr sz="3118">
                <a:solidFill>
                  <a:schemeClr val="dk2"/>
                </a:solidFill>
              </a:defRPr>
            </a:lvl3pPr>
            <a:lvl4pPr lvl="3" algn="r">
              <a:buNone/>
              <a:defRPr sz="3118">
                <a:solidFill>
                  <a:schemeClr val="dk2"/>
                </a:solidFill>
              </a:defRPr>
            </a:lvl4pPr>
            <a:lvl5pPr lvl="4" algn="r">
              <a:buNone/>
              <a:defRPr sz="3118">
                <a:solidFill>
                  <a:schemeClr val="dk2"/>
                </a:solidFill>
              </a:defRPr>
            </a:lvl5pPr>
            <a:lvl6pPr lvl="5" algn="r">
              <a:buNone/>
              <a:defRPr sz="3118">
                <a:solidFill>
                  <a:schemeClr val="dk2"/>
                </a:solidFill>
              </a:defRPr>
            </a:lvl6pPr>
            <a:lvl7pPr lvl="6" algn="r">
              <a:buNone/>
              <a:defRPr sz="3118">
                <a:solidFill>
                  <a:schemeClr val="dk2"/>
                </a:solidFill>
              </a:defRPr>
            </a:lvl7pPr>
            <a:lvl8pPr lvl="7" algn="r">
              <a:buNone/>
              <a:defRPr sz="3118">
                <a:solidFill>
                  <a:schemeClr val="dk2"/>
                </a:solidFill>
              </a:defRPr>
            </a:lvl8pPr>
            <a:lvl9pPr lvl="8" algn="r">
              <a:buNone/>
              <a:defRPr sz="3118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54588" y="3838698"/>
            <a:ext cx="17893200" cy="10582200"/>
          </a:xfrm>
          <a:prstGeom prst="rect">
            <a:avLst/>
          </a:prstGeom>
        </p:spPr>
        <p:txBody>
          <a:bodyPr anchorCtr="0" anchor="b" bIns="285100" lIns="285100" spcFirstLastPara="1" rIns="285100" wrap="square" tIns="2851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16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54570" y="14611489"/>
            <a:ext cx="17893200" cy="40863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731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18579500" cy="263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654570" y="2294351"/>
            <a:ext cx="17893200" cy="29526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73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654570" y="5941649"/>
            <a:ext cx="17893200" cy="176133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742"/>
              </a:spcAft>
              <a:buNone/>
            </a:pPr>
            <a:r>
              <a:t/>
            </a:r>
            <a:endParaRPr sz="5613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"/>
            <a:ext cx="18395376" cy="263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654570" y="2294351"/>
            <a:ext cx="17893200" cy="29526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654570" y="5941649"/>
            <a:ext cx="17893200" cy="17613300"/>
          </a:xfrm>
          <a:prstGeom prst="rect">
            <a:avLst/>
          </a:prstGeom>
        </p:spPr>
        <p:txBody>
          <a:bodyPr anchorCtr="0" anchor="t" bIns="285100" lIns="285100" spcFirstLastPara="1" rIns="285100" wrap="square" tIns="2851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742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250" y="76188"/>
            <a:ext cx="17569855" cy="263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